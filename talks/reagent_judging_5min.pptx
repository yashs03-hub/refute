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5600" b="1" i="0">
                <a:solidFill>
                  <a:srgbClr val="0F2A4A"/>
                </a:solidFill>
                <a:latin typeface="Arial"/>
              </a:rPr>
              <a:t>refute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08960"/>
            <a:ext cx="105156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200" b="0" i="0">
                <a:solidFill>
                  <a:srgbClr val="1A1D21"/>
                </a:solidFill>
                <a:latin typeface="Arial"/>
              </a:rPr>
              <a:t>Grounded hypothesis vetting, and the handoff to experimental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5156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 i="0">
                <a:solidFill>
                  <a:srgbClr val="5B636C"/>
                </a:solidFill>
                <a:latin typeface="Arial"/>
              </a:rPr>
              <a:t>Layer 2 of a two-layer system  ·  re:AGENT, Track 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76072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Two layers, one handoff.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691640"/>
            <a:ext cx="32004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0" i="1">
                <a:solidFill>
                  <a:srgbClr val="1A1D21"/>
                </a:solidFill>
                <a:latin typeface="Arial"/>
              </a:rPr>
              <a:t>a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2801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0F2A4A"/>
                </a:solidFill>
                <a:latin typeface="Arial"/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514600"/>
            <a:ext cx="9601200" cy="1783080"/>
          </a:xfrm>
          <a:prstGeom prst="roundRect">
            <a:avLst>
              <a:gd name="adj" fmla="val 5000"/>
            </a:avLst>
          </a:prstGeom>
          <a:solidFill>
            <a:srgbClr val="ECF1F7"/>
          </a:solidFill>
          <a:ln w="1587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 bIns="182880">
            <a:noAutofit/>
          </a:bodyPr>
          <a:lstStyle/>
          <a:p>
            <a:pPr algn="ctr"/>
            <a:r>
              <a:rPr sz="1700" b="1" i="0">
                <a:solidFill>
                  <a:srgbClr val="0F2A4A"/>
                </a:solidFill>
                <a:latin typeface="Arial"/>
              </a:rPr>
              <a:t>LAYER 1 — due diligence, to exhaustion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check it against the computational data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check it against the literature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rule out what can be ruled out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loop until nothing left changes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2801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0F2A4A"/>
                </a:solidFill>
                <a:latin typeface="Arial"/>
              </a:rPr>
              <a:t>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4453128"/>
            <a:ext cx="94183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50" b="0" i="1">
                <a:solidFill>
                  <a:srgbClr val="5B636C"/>
                </a:solidFill>
                <a:latin typeface="Arial"/>
              </a:rPr>
              <a:t>HANDOFF — everything found, everything ruled out, and the residual the bench must settle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5166360"/>
            <a:ext cx="9601200" cy="14173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1587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 bIns="182880">
            <a:noAutofit/>
          </a:bodyPr>
          <a:lstStyle/>
          <a:p>
            <a:pPr algn="ctr"/>
            <a:r>
              <a:rPr sz="1700" b="1" i="0">
                <a:solidFill>
                  <a:srgbClr val="0F2A4A"/>
                </a:solidFill>
                <a:latin typeface="Arial"/>
              </a:rPr>
              <a:t>LAYER 2 — experimental design  (this repository)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pick the assay, size it</a:t>
            </a:r>
          </a:p>
          <a:p>
            <a:pPr>
              <a:spcBef>
                <a:spcPts val="500"/>
              </a:spcBef>
            </a:pPr>
            <a:r>
              <a:rPr sz="1350" b="0" i="0">
                <a:solidFill>
                  <a:srgbClr val="1A1D21"/>
                </a:solidFill>
                <a:latin typeface="Arial"/>
              </a:rPr>
              <a:t>·  judge whether it can be assessed, and at what fidelity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A scientist's hypothesis, run through the full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5B636C"/>
                </a:solidFill>
                <a:latin typeface="Arial"/>
              </a:rPr>
              <a:t>Mouse whole-lung scRNA-seq, influenza A PR8, five timepoints, 29,513 cells.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881360" cy="141732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"fibroblasts are dying during acute infection... to hyper recruit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immune cells, particular the interferon responsive and the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adventitial fibroblasts"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8A929C"/>
                </a:solidFill>
                <a:latin typeface="Courier New"/>
              </a:rPr>
              <a:t>  — message 185, as asked, typos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881360" cy="1920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600"/>
              </a:spcAft>
            </a:pPr>
            <a:r>
              <a:rPr sz="1600" b="0" i="0">
                <a:solidFill>
                  <a:srgbClr val="1A1D21"/>
                </a:solidFill>
                <a:latin typeface="Arial"/>
              </a:rPr>
              <a:t>Refined at message 191 into three separable propositions: a TRANSITION (adventitial → interferon-responsive), a DEATH (inflammatory), and a RECRUITMENT CONSEQUENCE.</a:t>
            </a:r>
          </a:p>
          <a:p>
            <a:pPr>
              <a:spcAft>
                <a:spcPts val="1600"/>
              </a:spcAft>
            </a:pPr>
            <a:r>
              <a:rPr sz="1600" b="0" i="0">
                <a:solidFill>
                  <a:srgbClr val="1A1D21"/>
                </a:solidFill>
                <a:latin typeface="Arial"/>
              </a:rPr>
              <a:t>“Nothing to prove that. That's my hypothesis, but we should just see where the data and the analysis take us.” — the scientist, same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WHAT LAYER 1 CAUGHT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It contradicted its own earlier claim — and caught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035040" cy="3108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C7, message 185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“the dataset contains no explicit influenza viral-feature gene.”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C1, message 44, same agent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had already found it and quantified it: “Flu: 16.72% of 67,211 cells express it.”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What caught it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not new data, not a better model. The system's own trace: “C7 directly contradicts C1 made by the same agent at message 44.”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83480"/>
            <a:ext cx="603504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700" b="1" i="0">
                <a:solidFill>
                  <a:srgbClr val="C03B2E"/>
                </a:solidFill>
                <a:latin typeface="Arial"/>
              </a:rPr>
              <a:t>The invalidating evidence sat in its own context for 141 messages. Nothing looked.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828800"/>
            <a:ext cx="4480560" cy="434340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EAED"/>
                </a:solidFill>
                <a:latin typeface="Courier New"/>
              </a:rPr>
              <a:t>13 claims scored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03B2E"/>
                </a:solidFill>
                <a:latin typeface="Courier New"/>
              </a:rPr>
              <a:t>1  contradicted  (C7)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7  abstained 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   "nothing relevant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    in hand"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E7B4D"/>
                </a:solidFill>
                <a:latin typeface="Courier New"/>
              </a:rPr>
              <a:t>5  upheld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E8EAED"/>
                </a:solidFill>
                <a:latin typeface="Courier New"/>
              </a:rPr>
              <a:t>negative control —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a separate thread,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8 claims, all correct,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8A929C"/>
                </a:solidFill>
                <a:latin typeface="Courier New"/>
              </a:rPr>
              <a:t>144 papers read,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E7B4D"/>
                </a:solidFill>
                <a:latin typeface="Courier New"/>
              </a:rPr>
              <a:t>nothing killed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What crossed: findings, what's ruled out, one residual.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0"/>
              </a:spcAft>
            </a:pPr>
            <a:r>
              <a:rPr sz="1600" b="1" i="0">
                <a:solidFill>
                  <a:srgbClr val="0F2A4A"/>
                </a:solidFill>
                <a:latin typeface="Arial"/>
              </a:rPr>
              <a:t>Four experiments ruled out —  </a:t>
            </a:r>
            <a:r>
              <a:rPr sz="1600" b="0" i="0">
                <a:solidFill>
                  <a:srgbClr val="1A1D21"/>
                </a:solidFill>
                <a:latin typeface="Arial"/>
              </a:rPr>
              <a:t>simple acute depletion (counts never fall below baseline), mitochondrial fraction as a death readout (uniformly zero in this object), the 3.7-fold ISG number as quotable (direction survives, magnitude doesn't), any replicate-supported inference (one orig.ident).</a:t>
            </a:r>
          </a:p>
          <a:p>
            <a:pPr>
              <a:spcAft>
                <a:spcPts val="2000"/>
              </a:spcAft>
            </a:pPr>
            <a:r>
              <a:rPr sz="1600" b="1" i="0">
                <a:solidFill>
                  <a:srgbClr val="0F2A4A"/>
                </a:solidFill>
                <a:latin typeface="Arial"/>
              </a:rPr>
              <a:t>The residual, stated as the brief —  </a:t>
            </a:r>
            <a:r>
              <a:rPr sz="1600" b="0" i="0">
                <a:solidFill>
                  <a:srgbClr val="1A1D21"/>
                </a:solidFill>
                <a:latin typeface="Arial"/>
              </a:rPr>
              <a:t>adventitial fibroblasts acquire necroptosis-biased SIGNALLING POTENTIAL; whether that executes as death, and whether it drives recruitment, is unanswerable in this object.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434340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900" b="1" i="0">
                <a:solidFill>
                  <a:srgbClr val="0F2A4A"/>
                </a:solidFill>
                <a:latin typeface="Arial"/>
              </a:rPr>
              <a:t>“protein-level phospho-MLKL/RIPK3 and cleaved-caspase assays would be needed”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B636C"/>
                </a:solidFill>
                <a:latin typeface="Arial"/>
              </a:rPr>
              <a:t>— the analysis names its own experiment. That sentence is what crosses to layer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LAYER 2 — THIS REPOSITORY,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Ran it through refute intake. It refused to force a 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881360" cy="306324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$ refute intake "a fibroblast-restricted perturbation in mouse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  lung across an influenza PR8 timecourse: conditional Ripk3 or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8A929C"/>
                </a:solidFill>
                <a:latin typeface="Courier New"/>
              </a:rPr>
              <a:t>  Mlkl deletion... phospho-MLKL/RIPK3 readout..."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1. bleomycin_lung        7.1   lung, mouse, day, readout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2. apoptosis_resistance  6.9   surviving, timepoint, viability,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                              fibroblast, readout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The leader is not clear of the field. Acting on it alone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discards a live alternative, so read the ranking rather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than the first line.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C03B2E"/>
                </a:solidFill>
                <a:latin typeface="Courier New"/>
              </a:rPr>
              <a:t>ready for the gate: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0">
                <a:solidFill>
                  <a:srgbClr val="1A1D21"/>
                </a:solidFill>
                <a:latin typeface="Arial"/>
              </a:rPr>
              <a:t>Neither scaffold is a real fit — an in vivo genetic perturbation crossed with an infection timecourse is its own apparatus. Correctly refused, not forced.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NOTHING PREBUILT FITS — GROUNDED ANYWAY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 i="0">
                <a:solidFill>
                  <a:srgbClr val="0F2A4A"/>
                </a:solidFill>
                <a:latin typeface="Arial"/>
              </a:rPr>
              <a:t>What's buildable, and what isn't.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434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F2A4A"/>
                </a:solidFill>
                <a:latin typeface="Arial"/>
              </a:rPr>
              <a:t>Cre driver — precedented, not adventitial-specific.  </a:t>
            </a:r>
            <a:r>
              <a:rPr sz="1300" b="0" i="0">
                <a:solidFill>
                  <a:srgbClr val="1A1D21"/>
                </a:solidFill>
                <a:latin typeface="Arial"/>
              </a:rPr>
              <a:t>Pdgfra-CreERT2 already used in a PR8-family infection study (Jones 2024, Science) — true adventitial drivers (Pi16/Dpt) validated only in skin, never lung.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F2A4A"/>
                </a:solidFill>
                <a:latin typeface="Arial"/>
              </a:rPr>
              <a:t>Floxed Ripk3/Mlkl — a real gap.  </a:t>
            </a:r>
            <a:r>
              <a:rPr sz="1300" b="0" i="0">
                <a:solidFill>
                  <a:srgbClr val="1A1D21"/>
                </a:solidFill>
                <a:latin typeface="Arial"/>
              </a:rPr>
              <a:t>Conditional alleles exist; none has ever been crossed to a fibroblast Cre, in any tissue. A from-scratch cross, not an ordering formality.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F2A4A"/>
                </a:solidFill>
                <a:latin typeface="Arial"/>
              </a:rPr>
              <a:t>p-MLKL detection — the strongest-grounded piece.  </a:t>
            </a:r>
            <a:r>
              <a:rPr sz="1300" b="0" i="0">
                <a:solidFill>
                  <a:srgbClr val="1A1D21"/>
                </a:solidFill>
                <a:latin typeface="Arial"/>
              </a:rPr>
              <a:t>IHC precedented on PR8-infected lung itself (Wang 2019), optimized on infected lung (Kelepouras 2024). Flow on dissociated cells has ZERO precedent — likely the same dissociation-loss problem the scRNA-seq hit.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F2A4A"/>
                </a:solidFill>
                <a:latin typeface="Arial"/>
              </a:rPr>
              <a:t>The hypothesis itself is a real, unanswered gap.  </a:t>
            </a:r>
            <a:r>
              <a:rPr sz="1300" b="0" i="0">
                <a:solidFill>
                  <a:srgbClr val="1A1D21"/>
                </a:solidFill>
                <a:latin typeface="Arial"/>
              </a:rPr>
              <a:t>IRFibs are named, real cells from an actual PR8 paper (Boyd 2020, Nature) — which never looks at whether they die. No fibroblast-specific effect size exists to power against.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F2A4A"/>
                </a:solidFill>
                <a:latin typeface="Arial"/>
              </a:rPr>
              <a:t>Ferroptosis arm — the weakest-grounded piece.  </a:t>
            </a:r>
            <a:r>
              <a:rPr sz="1300" b="0" i="0">
                <a:solidFill>
                  <a:srgbClr val="1A1D21"/>
                </a:solidFill>
                <a:latin typeface="Arial"/>
              </a:rPr>
              <a:t>No lung-flow protocol found anywhere for BODIPY-C11. Needs its own pilot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LAYER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What a frontier model alone cannot do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self-catch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 model asked this question once does not re-read its own message 44 against its own message 185. C7 stayed wrong for 141 messages because nothing was built to look back.</a:t>
            </a:r>
          </a:p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honest refusal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asked to design the experiment, a frontier model proposes one. It does not say “neither scaffold is a real fit” — it has no scaffolds to check against, and no incentive to say no.</a:t>
            </a:r>
          </a:p>
          <a:p>
            <a:pPr>
              <a:spcAft>
                <a:spcPts val="22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No sourced numbers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a Cre driver line, a floxed allele, an antibody clone — a frontier model will name something plausible. This names something published, quoted, full-text-verified, or says NOT_REPORTED with the query attached.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21208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44068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800" b="1" i="0">
                <a:solidFill>
                  <a:srgbClr val="0F2A4A"/>
                </a:solidFill>
                <a:latin typeface="Arial"/>
              </a:rPr>
              <a:t>The gap was never idea generation. It's catching your own error, and refusing when you don't actually know.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Two independently built systems. One real handoff.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3291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Nothing on this path was invented for the deck — the hypothesis, the self-correction, the abstentions, the residual, and the intake run are all real output from real systems, this session.</a:t>
            </a:r>
          </a:p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Layer 1 ran to exhaustion and handed off exactly one residual. Layer 2 checked it honestly against what's calibrated, found nothing that fits, and said so instead of forcing a number.</a:t>
            </a:r>
          </a:p>
          <a:p>
            <a:pPr>
              <a:spcAft>
                <a:spcPts val="20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That refusal, followed by real literature grounding instead of a guess, is the whole pitch in one worked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